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623455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25880" y="5029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Jaypee Institute of Information Technology, Noida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804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and IT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MAJOR PROJECT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12064" cy="5120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856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633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workspace for teachers to set papers and check answer sheets from their own course material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7307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Yug Jindal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23103328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468880" y="37307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Anish Das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23103322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2428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Yashita Gogia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23103305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468880" y="42428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Anjaneya Sharma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23103301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384048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20240"/>
            <a:ext cx="384048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and what Deskwork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46120"/>
          </a:xfrm>
          <a:prstGeom prst="roundRect">
            <a:avLst>
              <a:gd name="adj" fmla="val 5070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521" y="1513881"/>
            <a:ext cx="209215" cy="2092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11680"/>
            <a:ext cx="333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checking handwritten papers, one by one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 and papers written from scratch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Tired eyes miss slips, marks drift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chat does not know your slides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840480" cy="3246120"/>
          </a:xfrm>
          <a:prstGeom prst="roundRect">
            <a:avLst>
              <a:gd name="adj" fmla="val 507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0" y="141732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61" y="1513881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Deskwork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011680"/>
            <a:ext cx="333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course slides once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assignments, solutions and papers with answer keys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AI checkers mark each scanned paper against your key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Disagreements flagged, teacher has the final say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to Excel in one click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24528" y="2651760"/>
            <a:ext cx="512064" cy="512064"/>
          </a:xfrm>
          <a:prstGeom prst="ellipse">
            <a:avLst/>
          </a:prstGeom>
          <a:solidFill>
            <a:srgbClr val="1A73E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770632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 in 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CN &amp; IoT slides and real handwritten answer sheets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86200" cy="1508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3886200" cy="1508760"/>
          </a:xfrm>
          <a:prstGeom prst="roundRect">
            <a:avLst>
              <a:gd name="adj" fmla="val 4545"/>
            </a:avLst>
          </a:prstGeom>
          <a:ln w="9525">
            <a:solidFill>
              <a:srgbClr val="DADC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389888"/>
            <a:ext cx="269930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1389888"/>
            <a:ext cx="26993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paper checked, marks per question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80160"/>
            <a:ext cx="3886200" cy="1508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1280160"/>
            <a:ext cx="3886200" cy="1508760"/>
          </a:xfrm>
          <a:prstGeom prst="roundRect">
            <a:avLst>
              <a:gd name="adj" fmla="val 4545"/>
            </a:avLst>
          </a:prstGeom>
          <a:ln w="9525">
            <a:solidFill>
              <a:srgbClr val="DADC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18888" y="1389888"/>
            <a:ext cx="257495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818888" y="1389888"/>
            <a:ext cx="2574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checkers' marks, with the reason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3886200" cy="1508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3017520"/>
            <a:ext cx="3886200" cy="1508760"/>
          </a:xfrm>
          <a:prstGeom prst="roundRect">
            <a:avLst>
              <a:gd name="adj" fmla="val 4545"/>
            </a:avLst>
          </a:prstGeom>
          <a:ln w="9525">
            <a:solidFill>
              <a:srgbClr val="DADCE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58368" y="4123944"/>
            <a:ext cx="263713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58368" y="4123944"/>
            <a:ext cx="2637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paper written from the slides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017520"/>
            <a:ext cx="3886200" cy="1508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9160" y="3017520"/>
            <a:ext cx="3886200" cy="1508760"/>
          </a:xfrm>
          <a:prstGeom prst="roundRect">
            <a:avLst>
              <a:gd name="adj" fmla="val 4545"/>
            </a:avLst>
          </a:prstGeom>
          <a:ln w="9525">
            <a:solidFill>
              <a:srgbClr val="DADCE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818888" y="4123944"/>
            <a:ext cx="23262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4818888" y="4123944"/>
            <a:ext cx="23262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cite the slide pages used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1687982"/>
            <a:ext cx="190195" cy="190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1887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965960" y="1463040"/>
            <a:ext cx="1600200" cy="64008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1168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6160" y="1783080"/>
            <a:ext cx="411480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977640" y="1463040"/>
            <a:ext cx="1600200" cy="64008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188720"/>
            <a:ext cx="2423160" cy="329184"/>
          </a:xfrm>
          <a:prstGeom prst="roundRect">
            <a:avLst>
              <a:gd name="adj" fmla="val 38889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1887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Google sign-in, Postgres, files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 flipV="1">
            <a:off x="5577840" y="1353312"/>
            <a:ext cx="594360" cy="429768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172200" y="1618488"/>
            <a:ext cx="2423160" cy="329184"/>
          </a:xfrm>
          <a:prstGeom prst="roundRect">
            <a:avLst>
              <a:gd name="adj" fmla="val 38889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6184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API: reading, grading, writing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1783080"/>
            <a:ext cx="594360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172200" y="2048256"/>
            <a:ext cx="2423160" cy="329184"/>
          </a:xfrm>
          <a:prstGeom prst="roundRect">
            <a:avLst>
              <a:gd name="adj" fmla="val 38889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20482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ChromaDB: slide search, local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1783080"/>
            <a:ext cx="594360" cy="429768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48640" y="283464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2922422"/>
            <a:ext cx="190195" cy="1901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0584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965960" y="269748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011680" y="26974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PPTX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108960" y="301752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3355848" y="269748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401568" y="26974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chunks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498848" y="301752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4745736" y="269748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791456" y="26974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embedding-2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888736" y="301752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6135624" y="269748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81344" y="26974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278624" y="301752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7525512" y="269748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571232" y="26974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solutions, paper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48640" y="384048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928262"/>
            <a:ext cx="190195" cy="19019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00584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1965960" y="370332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011680" y="370332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3108960" y="402336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3355848" y="370332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401568" y="370332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scan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(page images)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498848" y="402336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46" name="Shape 41"/>
          <p:cNvSpPr/>
          <p:nvPr/>
        </p:nvSpPr>
        <p:spPr>
          <a:xfrm>
            <a:off x="4745736" y="370332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4791456" y="370332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Gemini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checkers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5888736" y="402336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49" name="Shape 44"/>
          <p:cNvSpPr/>
          <p:nvPr/>
        </p:nvSpPr>
        <p:spPr>
          <a:xfrm>
            <a:off x="6135624" y="370332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181344" y="370332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disagreements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7278624" y="4023360"/>
            <a:ext cx="21945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solid"/>
            <a:tailEnd type="triangle"/>
          </a:ln>
        </p:spPr>
      </p:sp>
      <p:sp>
        <p:nvSpPr>
          <p:cNvPr id="52" name="Shape 47"/>
          <p:cNvSpPr/>
          <p:nvPr/>
        </p:nvSpPr>
        <p:spPr>
          <a:xfrm>
            <a:off x="7525512" y="3703320"/>
            <a:ext cx="1115568" cy="64008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7571232" y="370332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review,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05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801" y="1559601"/>
            <a:ext cx="209215" cy="2092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1984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16, React 19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58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app, Tailwind, Motion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463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001" y="1559601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1984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Python 3.12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258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grading, PDF and PPTX reading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5603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46304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201" y="1559601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1984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258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sign-in, Postgres, file storage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2004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01" y="3296961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3.5 + 3.1 Flash-Lite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9959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scans, marks, writes papers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520440" y="32004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001" y="3296961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52044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+ ChromaDB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39959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gemini-embedding-2, slide search (RAG)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20040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201" y="3296961"/>
            <a:ext cx="209215" cy="20921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63640" y="3721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Playwright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9959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end-to-end and browser tests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1600200"/>
          </a:xfrm>
          <a:prstGeom prst="roundRect">
            <a:avLst>
              <a:gd name="adj" fmla="val 914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checkers on every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24328" y="1188720"/>
            <a:ext cx="1828800" cy="1600200"/>
          </a:xfrm>
          <a:prstGeom prst="roundRect">
            <a:avLst>
              <a:gd name="adj" fmla="val 9143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07208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807208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upload, used by every chatbot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0016" y="1188720"/>
            <a:ext cx="1828800" cy="1600200"/>
          </a:xfrm>
          <a:prstGeom prst="roundRect">
            <a:avLst>
              <a:gd name="adj" fmla="val 9143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82896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16.5/20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booklet checked, slips caught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75704" y="1188720"/>
            <a:ext cx="1828800" cy="1600200"/>
          </a:xfrm>
          <a:prstGeom prst="roundRect">
            <a:avLst>
              <a:gd name="adj" fmla="val 9143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58584" y="1325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35/35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checks on real material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3146633"/>
            <a:ext cx="180685" cy="1806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51560" y="3063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on repetitive checking and paper setting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538728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3622121"/>
            <a:ext cx="180685" cy="18068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51560" y="35387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marks, each with its reason shown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4014216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4097609"/>
            <a:ext cx="180685" cy="18068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51560" y="40142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built from the teacher's own slides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33" y="1272113"/>
            <a:ext cx="180685" cy="1806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Design 3, m3.material.io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 and Workspace UI (layout, pill navigation)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Sans typeface, fonts.google.com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icons, lucide.dev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53" y="1272113"/>
            <a:ext cx="180685" cy="1806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6636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164592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API: structured output, embeddings, ai.google.dev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Auth, Postgres, Storage, supabase.com/docs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ChromaDB, docs.trychroma.com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nextjs.org/docs; FastAPI, fastapi.tiangolo.com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" y="3055193"/>
            <a:ext cx="180685" cy="18068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42900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2604.22774: models silently fix student slips when transcribing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2603.13083: confidence alone is no safe flag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PNAS Nexus 2026: teachers over-trust AI grades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09160" y="2971800"/>
            <a:ext cx="347472" cy="347472"/>
          </a:xfrm>
          <a:prstGeom prst="roundRect">
            <a:avLst>
              <a:gd name="adj" fmla="val 280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53" y="3055193"/>
            <a:ext cx="180685" cy="18068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6636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studied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709160" y="342900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Gradescope (grading by question)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MagicSchool (teacher content tools)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50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add by the final evaluation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768815"/>
            <a:ext cx="266273" cy="2662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question-wise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one question for the whole class at once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64592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55" y="176881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22392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analytics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22392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Per-question scores and weak topics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803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300325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planner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61872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plans drafted from the course slides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88036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055" y="300325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22392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bank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422392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questions across papers and exams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6384" y="4690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Deskwork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680960" y="46908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002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Deskwork</dc:title>
  <dc:subject>PptxGenJS Presentation</dc:subject>
  <dc:creator>PptxGenJS</dc:creator>
  <cp:lastModifiedBy>PptxGenJS</cp:lastModifiedBy>
  <cp:revision>1</cp:revision>
  <dcterms:created xsi:type="dcterms:W3CDTF">2026-09-24T13:01:40Z</dcterms:created>
  <dcterms:modified xsi:type="dcterms:W3CDTF">2026-09-24T13:01:40Z</dcterms:modified>
</cp:coreProperties>
</file>